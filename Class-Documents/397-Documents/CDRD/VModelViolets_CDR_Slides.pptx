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.fntdata"/><Relationship Id="rId6" Type="http://schemas.openxmlformats.org/officeDocument/2006/relationships/slide" Target="slides/slide1.xml"/><Relationship Id="rId18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d3b9341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d3b9341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d3b93418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d3b93418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14b5dfc5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14b5dfc5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14b5dfc5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14b5dfc5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d3b93418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d3b93418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d3b93418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d3b93418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d3b93418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d3b93418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14b5dfc5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14b5dfc5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d3b93418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d3b93418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14b5dfc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14b5dfc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d3b93418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d3b93418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2477550" y="2678450"/>
            <a:ext cx="4188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Design Review</a:t>
            </a: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4575" y="240425"/>
            <a:ext cx="3034850" cy="26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1882800" y="3330325"/>
            <a:ext cx="5378400" cy="11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OpenSpace and Climate Reanalyzer Interface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-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V-Model Violets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Brianna Gannett, Brennon Tiensivu, Hunter Savarese, Matthew Keast, Emily Scott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-35407"/>
            <a:ext cx="8991601" cy="521430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/>
        </p:nvSpPr>
        <p:spPr>
          <a:xfrm>
            <a:off x="339400" y="363575"/>
            <a:ext cx="55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Guidelines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975"/>
            <a:ext cx="9143999" cy="511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966650" y="624125"/>
            <a:ext cx="55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Guidelines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Describe climate reanalyzer/openspace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i="1" lang="en"/>
              <a:t>Quick climate reanalyzer demo on website?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en"/>
              <a:t>Screen recording of openspace interface?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Describe how openspace displays tiles</a:t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Description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Requirements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Devops: Github/Source Code Demo</a:t>
            </a:r>
            <a:endParaRPr/>
          </a:p>
        </p:txBody>
      </p:sp>
      <p:sp>
        <p:nvSpPr>
          <p:cNvPr id="169" name="Google Shape;169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</a:t>
            </a:r>
            <a:endParaRPr/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Status</a:t>
            </a:r>
            <a:endParaRPr/>
          </a:p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Demo</a:t>
            </a:r>
            <a:endParaRPr/>
          </a:p>
        </p:txBody>
      </p:sp>
      <p:sp>
        <p:nvSpPr>
          <p:cNvPr id="187" name="Google Shape;187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 &amp; Timeline</a:t>
            </a:r>
            <a:endParaRPr/>
          </a:p>
        </p:txBody>
      </p:sp>
      <p:sp>
        <p:nvSpPr>
          <p:cNvPr id="193" name="Google Shape;193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